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A54D-7B7A-DE77-74C1-472BCE4FA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EA53C-7E04-66D6-541E-0DBB2B421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B3046-D917-83B0-D348-039C56BB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E08FC-7153-F5FF-DD7E-D072AD4E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D4F8-3F59-8E88-2B7C-AE5FF29B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63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71EE-379C-E0D0-19DD-818170D6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ACB18-CC07-68E8-9A74-BC74426C6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075AB-B756-3897-9892-BD8049BA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EBCAF-9D00-006D-3E32-148A80D0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98E57-8A89-37B7-7C39-1047A7E3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125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EBFA-248A-CB9F-D5C9-6AB5CA7B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1304-3FD9-C00E-DB79-C0E16EC95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46EF0-9091-1C45-FF27-D66557924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D4CCB-6996-C516-541F-4F8FA667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6487-D3E9-AE09-8DCD-433A69DE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571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8BD7-E56A-BD13-560D-EF9FC8E3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4CD2-1D3F-6F24-44F3-F173C1C67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87618-B62D-4D3A-C368-B6C9D9211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32B88-3AFB-0A5E-847B-30AB7EC4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9475F-B695-CA0E-E859-FC324018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6F5E9-28D5-B038-F601-910CBD02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653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73E9-6A84-6CBD-A19A-9D6AF89F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C73D9-3EB1-4024-4AFB-0B3F17CF4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5D822-0024-895A-A00E-A38972102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E3C85-05EC-B5C0-C2BC-30013E216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4C888-4159-0832-0354-FF2CBF140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8281E-5A15-3075-7130-550133F9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7B4B6-F178-605A-204D-3CA61510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C5F3A-4999-AE26-3D4B-3A10B749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06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F7780-B5AD-055A-88F0-EFF666FE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BA7D5-F7FD-122D-D02B-30B745BB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CB8B6-EB20-39CD-127C-C6CF6ED7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21241-77C3-9B5F-37A8-8C0E4204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3173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E7B68-C0F2-FC66-3376-31B4A974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966AF-86A4-DA04-C914-414F97FF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4ED44-60C7-6C3F-EB53-FBB78E61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750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C6A2-71B7-5B47-F5DD-73B42E96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08EA-3061-DC79-C581-C7625EA41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D1DCE-635F-6E37-93FC-4422432D8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816BC-60E0-BE38-F3B4-C6330361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347BE-5EFB-9437-CDCF-42C202E1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75800-64D4-3118-041B-EFA3AC24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712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4267-25EB-2630-97A1-FCA45F552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A1907-5859-9A1D-A793-6615717E3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FBEC7-98D3-F52E-911C-AA5A1566F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AD667-53C3-4391-841F-D30059D7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D9F90-777D-F4D3-61E9-3BC2E7C2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2DDF6-11B7-5DBB-9065-DF0916AB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012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E8AB-0CF6-751A-3910-E0CD6946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5F40D-FF11-E7C7-2191-02FC4CDF7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4B23-A951-B333-99F5-63A52A4B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9872F-9BD8-B436-8F85-1C80516B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A214-BF8A-C3D7-3C3A-280B7D1B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63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A8DE2-D1A3-5D08-E018-79CC7C082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26F49-8651-BFA5-92FE-3C40956B4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6B605-D415-BD5E-031A-FE158331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E00B3-6716-51A2-025F-A7538BB6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77FC-02E3-F9C6-0B32-297A591C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8257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36712-1E6A-F9A5-FE08-03138216E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90EC9-1654-43C6-4474-29F55DCFE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45B2-4C91-48B4-D397-3DBE20299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88C9E-9417-4B8F-84A5-D56149D98089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22F8-8A84-88C0-664D-7DC442C10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19407-99E1-7F45-D99E-272DF1331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A030B-0769-4F1C-AFF4-873C643F2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00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monolithicpower.com/en/learning/resources/how-lithium-ion-battery-management-systems-enhance-battery-performan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F81B-2635-A891-1415-15BEF69F1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Improving Laptop Battery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7E559-F027-BF2A-2D9C-E1EAF9049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5142875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1.0 Introduction</a:t>
            </a:r>
          </a:p>
          <a:p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Enhance laptop battery usage</a:t>
            </a:r>
          </a:p>
          <a:p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Focus: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Short battery life reduces productivity</a:t>
            </a:r>
          </a:p>
          <a:p>
            <a:pPr marL="0" indent="0">
              <a:buNone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2.0 Problem</a:t>
            </a:r>
          </a:p>
          <a:p>
            <a:pPr marL="0" indent="0">
              <a:buNone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2.1 Battery drains quickly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Fast battery drain during long sessions 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Multiple apps &amp; background process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Work interruptions &amp; shutdowns</a:t>
            </a:r>
          </a:p>
          <a:p>
            <a:pPr marL="0" indent="0">
              <a:buNone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2.2 Solution</a:t>
            </a:r>
          </a:p>
          <a:p>
            <a:pPr marL="0" indent="0">
              <a:buNone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Battery Management System &amp; Lithium-Iron Battery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Finds high-power apps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Adjust brightness &amp; CPU settings</a:t>
            </a:r>
          </a:p>
          <a:p>
            <a:pPr marL="0" indent="0">
              <a:buNone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3.0 Criteria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3.1 Improvement of battery life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3.2 User-friendly and cost-effective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3.3 Reliability  across devices</a:t>
            </a:r>
          </a:p>
          <a:p>
            <a:pPr marL="0" indent="0">
              <a:buNone/>
            </a:pPr>
            <a:endParaRPr lang="en-CA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4ECB6-944E-2675-2220-6B7B88BA81FB}"/>
              </a:ext>
            </a:extLst>
          </p:cNvPr>
          <p:cNvSpPr txBox="1"/>
          <p:nvPr/>
        </p:nvSpPr>
        <p:spPr>
          <a:xfrm>
            <a:off x="6235908" y="1143000"/>
            <a:ext cx="59560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 Lithium-ion Battery Performance Features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Reference: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www.monolithicpower.com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en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/learning/resources/how-lithium-ion-battery-management-systems-enhance-battery-performance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1D9A3-F5E0-5B9B-F106-5B24C6AF1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08" y="1587381"/>
            <a:ext cx="4497049" cy="392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6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4488</TotalTime>
  <Words>95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Improving Laptop Battery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Hiralben Prajapati</dc:creator>
  <cp:lastModifiedBy>Hiralben Prajapati</cp:lastModifiedBy>
  <cp:revision>5</cp:revision>
  <dcterms:created xsi:type="dcterms:W3CDTF">2026-03-10T12:51:22Z</dcterms:created>
  <dcterms:modified xsi:type="dcterms:W3CDTF">2026-03-15T00:24:26Z</dcterms:modified>
</cp:coreProperties>
</file>